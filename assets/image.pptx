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FC4F8-32FB-504E-7147-F3AEC8A35C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069686-ECEA-BFCA-47DC-053FEBB3BD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00656-2A2B-3940-8511-49050BD63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87796-F8A8-4E69-BC9A-CA523F734C8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4DA82-74BB-0576-B8CA-B8A783F5D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3D565-4B3D-8442-983F-2592047C3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38CCF-96F1-46EE-8B1C-559BFD718B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98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F8BF9-6E1F-098C-3F98-742B83BB0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E07DE-E4A1-B22B-3C6B-6B6160EC5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5E651-BC68-4ED5-7B12-EB8B9AD93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87796-F8A8-4E69-BC9A-CA523F734C8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8ABDD-6F7E-5E37-EE63-3207ED944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88BE6-C38F-1B6D-2AE9-36154DB2E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38CCF-96F1-46EE-8B1C-559BFD718B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837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38B15-85AF-0D8A-7FE8-0A43BB25C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487BFA-3034-1BE3-2087-E11D90D25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21C2D-E364-F80F-F915-A52C41BDF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87796-F8A8-4E69-BC9A-CA523F734C8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668BE-96E9-1B16-343A-CB9BFFEE7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B2DCF-B413-5496-EA9D-8BF1A0834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38CCF-96F1-46EE-8B1C-559BFD718B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828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0D203-B499-A522-CE28-2A926B0F7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1820E-EE3A-C996-5EF0-39AB7161E8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D91F5B-C0F0-9D68-3569-E96DA0E28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31AA7B-2484-435C-389B-55B1D1C78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87796-F8A8-4E69-BC9A-CA523F734C8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9817EF-B436-8793-42D1-F2CD89C4E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460549-E7D6-06D9-0467-A69C14A31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38CCF-96F1-46EE-8B1C-559BFD718B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404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6845D-3F77-6127-6623-F84D5AC7E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F138F-1713-3530-2A4E-E166FFBEF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C58DC8-15DF-9C00-427E-E36BA5C19B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E7BAF4-781E-038A-A015-F4592A3E65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3A3049-1788-4D00-E31F-2A7DFE497C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1F86F2-5C44-A7AB-A794-26489D376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87796-F8A8-4E69-BC9A-CA523F734C8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2FE1C9-CBAB-32FA-345A-8D0725A6E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6988AF-97F8-7277-2843-630955282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38CCF-96F1-46EE-8B1C-559BFD718B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740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020DD-4303-7A02-EDD3-BB33F18DD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CC1A3C-D18E-C662-B9E6-7C40E5151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87796-F8A8-4E69-BC9A-CA523F734C8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BCAA4E-F2E1-B6F7-1645-3EAE046E1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018D7E-0C05-07CA-9CCA-0DAFDB87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38CCF-96F1-46EE-8B1C-559BFD718B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368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F7CC37-E370-3991-F95B-DB0B8156B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87796-F8A8-4E69-BC9A-CA523F734C8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E12E74-A037-CAA8-8794-6D472BA8B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879FDA-B580-E9BF-E50F-FFB165860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38CCF-96F1-46EE-8B1C-559BFD718B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851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80473-0D79-DA01-96EA-62DF14F9A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17193-11DD-B186-2C8D-2DD5FBB3D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7833AC-838B-5729-3100-48D9C61A61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B820B-3273-1A50-85CF-EA44EF398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87796-F8A8-4E69-BC9A-CA523F734C8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8F773-B996-3AD5-7066-3A8BDD927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ED9318-F07B-41A3-A4BE-E84B38DD5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38CCF-96F1-46EE-8B1C-559BFD718B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894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9BE74-0992-71B0-2321-8F927C750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6E4296-7C51-3599-CDCD-ADF139E95D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105EB7-7080-E509-AFF2-2635530656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CB375F-DF83-0B95-957A-C3EF9F6A8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87796-F8A8-4E69-BC9A-CA523F734C8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30BF3E-C3C0-C180-E5E5-C6BD99109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3DE56-199C-23A6-487D-5A16BA3CB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38CCF-96F1-46EE-8B1C-559BFD718B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150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1A9E6-EBEB-0941-1645-EEC75815F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C97ABF-85E6-A2E4-AB80-D1272333EE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CBF8E-E582-7133-4BE1-06E2CE31B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87796-F8A8-4E69-BC9A-CA523F734C8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82810A-23DD-0B6A-4F78-C01B089EF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085C4-FED8-D97F-BF3A-5D2B5001D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38CCF-96F1-46EE-8B1C-559BFD718B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508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E770C5-A059-0B90-B996-82206CE4E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6A08A7-0008-803B-DE6A-92124A440F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C6FD9-393A-73A2-D62F-F67B14A7B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87796-F8A8-4E69-BC9A-CA523F734C8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75D1A-2793-CD39-47D1-E99FDF728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D4FF1-1115-024C-3AC3-4DFED0EBF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38CCF-96F1-46EE-8B1C-559BFD718B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299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055307-1551-0F17-3C84-857BB532B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68F6C2-9992-DB2A-7D12-6483DA379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1BA5B-68EF-729F-B740-FBB4C60DB1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087796-F8A8-4E69-BC9A-CA523F734C8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4666E-B505-7492-ADB0-8A04F544C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FCFD3-1A13-8E50-867E-E52BA461C6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D38CCF-96F1-46EE-8B1C-559BFD718B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786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99D2C73-08B0-4F6B-A8E9-4651E6BDB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68DB88C-7EF2-487C-85D1-848F61F13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2AC2F2-21F2-2930-6A42-2828FEE619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4" r="47206"/>
          <a:stretch>
            <a:fillRect/>
          </a:stretch>
        </p:blipFill>
        <p:spPr>
          <a:xfrm>
            <a:off x="643467" y="643467"/>
            <a:ext cx="5372099" cy="55710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2C792E6-DED1-4319-4310-D8C95C9A4A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170"/>
          <a:stretch>
            <a:fillRect/>
          </a:stretch>
        </p:blipFill>
        <p:spPr>
          <a:xfrm>
            <a:off x="6176432" y="643467"/>
            <a:ext cx="5372100" cy="557106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57BBD8C-03AF-7566-DFA6-D55EE4A30AFF}"/>
              </a:ext>
            </a:extLst>
          </p:cNvPr>
          <p:cNvSpPr txBox="1"/>
          <p:nvPr/>
        </p:nvSpPr>
        <p:spPr>
          <a:xfrm>
            <a:off x="2969759" y="4267200"/>
            <a:ext cx="6252481" cy="1631216"/>
          </a:xfrm>
          <a:prstGeom prst="rect">
            <a:avLst/>
          </a:prstGeom>
          <a:solidFill>
            <a:srgbClr val="006664"/>
          </a:solidFill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Auto Un-grayscale</a:t>
            </a:r>
            <a:br>
              <a:rPr lang="en-US" sz="4800" dirty="0">
                <a:solidFill>
                  <a:schemeClr val="bg1"/>
                </a:solidFill>
              </a:rPr>
            </a:br>
            <a:r>
              <a:rPr lang="th-TH" sz="4000" dirty="0">
                <a:solidFill>
                  <a:schemeClr val="bg1"/>
                </a:solidFill>
                <a:latin typeface="DB Ozone X" panose="02000506090000020004" pitchFamily="2" charset="-34"/>
                <a:cs typeface="DB Ozone X" panose="02000506090000020004" pitchFamily="2" charset="-34"/>
              </a:rPr>
              <a:t>ปรับสีเว็บให้สดใสจากโทนเทาโดยอัตโนมัติ</a:t>
            </a:r>
            <a:endParaRPr lang="en-US" sz="4800" dirty="0">
              <a:solidFill>
                <a:schemeClr val="bg1"/>
              </a:solidFill>
              <a:latin typeface="DB Ozone X" panose="02000506090000020004" pitchFamily="2" charset="-34"/>
              <a:cs typeface="DB Ozone X" panose="02000506090000020004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247337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DB Ozone X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Punpiti Piamsa-nga</dc:creator>
  <cp:lastModifiedBy>Punpiti Piamsa-nga</cp:lastModifiedBy>
  <cp:revision>1</cp:revision>
  <dcterms:created xsi:type="dcterms:W3CDTF">2026-01-11T01:07:13Z</dcterms:created>
  <dcterms:modified xsi:type="dcterms:W3CDTF">2026-01-11T01:17:30Z</dcterms:modified>
</cp:coreProperties>
</file>